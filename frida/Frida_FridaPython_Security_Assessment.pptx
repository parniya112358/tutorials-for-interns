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51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122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16305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1119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rtl="1">
              <a:buNone/>
            </a:pP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آموزش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Frida</a:t>
            </a:r>
            <a:r>
              <a:rPr lang="fa-IR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و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frida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-python</a:t>
            </a:r>
            <a:r>
              <a:rPr lang="fa-IR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برای ارزیابی امنیتی اندروید</a:t>
            </a:r>
            <a:endParaRPr lang="en-US" sz="3400" dirty="0">
              <a:cs typeface="B Nazanin" panose="00000400000000000000" pitchFamily="2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800" i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بررسی عملی و هوک زنده روی اپلیکیشن آسیب‌پذیر DIVA</a:t>
            </a:r>
            <a:endParaRPr lang="en-US" sz="1800" dirty="0">
              <a:cs typeface="B Nazanin" panose="00000400000000000000" pitchFamily="2" charset="-7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" y="4434840"/>
            <a:ext cx="201168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سطح: متوسط  •  نیازمند دستگاه/شبیه‌ساز روت‌شده و آشنایی پایه با Frida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6B937F-9C43-870B-50B3-ADFAFFE0A0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29" r="17216"/>
          <a:stretch>
            <a:fillRect/>
          </a:stretch>
        </p:blipFill>
        <p:spPr>
          <a:xfrm>
            <a:off x="8705873" y="3977640"/>
            <a:ext cx="3486127" cy="28832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C0A89D49-C2EC-E067-E098-094D416B3E1E}"/>
              </a:ext>
            </a:extLst>
          </p:cNvPr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9FBEB3AE-A847-2F28-AE77-F8D2643D06D9}"/>
              </a:ext>
            </a:extLst>
          </p:cNvPr>
          <p:cNvSpPr/>
          <p:nvPr/>
        </p:nvSpPr>
        <p:spPr>
          <a:xfrm>
            <a:off x="8695398" y="3886200"/>
            <a:ext cx="3823283" cy="3263207"/>
          </a:xfrm>
          <a:custGeom>
            <a:avLst/>
            <a:gdLst>
              <a:gd name="csX0" fmla="*/ 0 w 3579433"/>
              <a:gd name="csY0" fmla="*/ 0 h 2917940"/>
              <a:gd name="csX1" fmla="*/ 3579433 w 3579433"/>
              <a:gd name="csY1" fmla="*/ 0 h 2917940"/>
              <a:gd name="csX2" fmla="*/ 3579433 w 3579433"/>
              <a:gd name="csY2" fmla="*/ 2917940 h 2917940"/>
              <a:gd name="csX3" fmla="*/ 0 w 3579433"/>
              <a:gd name="csY3" fmla="*/ 2917940 h 2917940"/>
              <a:gd name="csX4" fmla="*/ 0 w 3579433"/>
              <a:gd name="csY4" fmla="*/ 0 h 2917940"/>
              <a:gd name="csX0" fmla="*/ 18661 w 3579433"/>
              <a:gd name="csY0" fmla="*/ 0 h 2927270"/>
              <a:gd name="csX1" fmla="*/ 3579433 w 3579433"/>
              <a:gd name="csY1" fmla="*/ 9330 h 2927270"/>
              <a:gd name="csX2" fmla="*/ 3579433 w 3579433"/>
              <a:gd name="csY2" fmla="*/ 2927270 h 2927270"/>
              <a:gd name="csX3" fmla="*/ 0 w 3579433"/>
              <a:gd name="csY3" fmla="*/ 2927270 h 2927270"/>
              <a:gd name="csX4" fmla="*/ 18661 w 3579433"/>
              <a:gd name="csY4" fmla="*/ 0 h 2927270"/>
              <a:gd name="csX0" fmla="*/ 18661 w 3579433"/>
              <a:gd name="csY0" fmla="*/ 2800 h 2930070"/>
              <a:gd name="csX1" fmla="*/ 400804 w 3579433"/>
              <a:gd name="csY1" fmla="*/ 0 h 2930070"/>
              <a:gd name="csX2" fmla="*/ 3579433 w 3579433"/>
              <a:gd name="csY2" fmla="*/ 12130 h 2930070"/>
              <a:gd name="csX3" fmla="*/ 3579433 w 3579433"/>
              <a:gd name="csY3" fmla="*/ 2930070 h 2930070"/>
              <a:gd name="csX4" fmla="*/ 0 w 3579433"/>
              <a:gd name="csY4" fmla="*/ 2930070 h 2930070"/>
              <a:gd name="csX5" fmla="*/ 18661 w 3579433"/>
              <a:gd name="csY5" fmla="*/ 2800 h 2930070"/>
              <a:gd name="csX0" fmla="*/ 18661 w 3579433"/>
              <a:gd name="csY0" fmla="*/ 2800 h 2930070"/>
              <a:gd name="csX1" fmla="*/ 400804 w 3579433"/>
              <a:gd name="csY1" fmla="*/ 0 h 2930070"/>
              <a:gd name="csX2" fmla="*/ 3579433 w 3579433"/>
              <a:gd name="csY2" fmla="*/ 12130 h 2930070"/>
              <a:gd name="csX3" fmla="*/ 3579433 w 3579433"/>
              <a:gd name="csY3" fmla="*/ 2930070 h 2930070"/>
              <a:gd name="csX4" fmla="*/ 0 w 3579433"/>
              <a:gd name="csY4" fmla="*/ 2930070 h 2930070"/>
              <a:gd name="csX5" fmla="*/ 83564 w 3579433"/>
              <a:gd name="csY5" fmla="*/ 130629 h 2930070"/>
              <a:gd name="csX6" fmla="*/ 18661 w 3579433"/>
              <a:gd name="csY6" fmla="*/ 2800 h 2930070"/>
              <a:gd name="csX0" fmla="*/ 111968 w 3579433"/>
              <a:gd name="csY0" fmla="*/ 152090 h 2930070"/>
              <a:gd name="csX1" fmla="*/ 400804 w 3579433"/>
              <a:gd name="csY1" fmla="*/ 0 h 2930070"/>
              <a:gd name="csX2" fmla="*/ 3579433 w 3579433"/>
              <a:gd name="csY2" fmla="*/ 12130 h 2930070"/>
              <a:gd name="csX3" fmla="*/ 3579433 w 3579433"/>
              <a:gd name="csY3" fmla="*/ 2930070 h 2930070"/>
              <a:gd name="csX4" fmla="*/ 0 w 3579433"/>
              <a:gd name="csY4" fmla="*/ 2930070 h 2930070"/>
              <a:gd name="csX5" fmla="*/ 83564 w 3579433"/>
              <a:gd name="csY5" fmla="*/ 130629 h 2930070"/>
              <a:gd name="csX6" fmla="*/ 111968 w 3579433"/>
              <a:gd name="csY6" fmla="*/ 152090 h 2930070"/>
              <a:gd name="csX0" fmla="*/ 29483 w 3496948"/>
              <a:gd name="csY0" fmla="*/ 152090 h 2930070"/>
              <a:gd name="csX1" fmla="*/ 318319 w 3496948"/>
              <a:gd name="csY1" fmla="*/ 0 h 2930070"/>
              <a:gd name="csX2" fmla="*/ 3496948 w 3496948"/>
              <a:gd name="csY2" fmla="*/ 12130 h 2930070"/>
              <a:gd name="csX3" fmla="*/ 3496948 w 3496948"/>
              <a:gd name="csY3" fmla="*/ 2930070 h 2930070"/>
              <a:gd name="csX4" fmla="*/ 10821 w 3496948"/>
              <a:gd name="csY4" fmla="*/ 2902078 h 2930070"/>
              <a:gd name="csX5" fmla="*/ 1079 w 3496948"/>
              <a:gd name="csY5" fmla="*/ 130629 h 2930070"/>
              <a:gd name="csX6" fmla="*/ 29483 w 3496948"/>
              <a:gd name="csY6" fmla="*/ 152090 h 2930070"/>
              <a:gd name="csX0" fmla="*/ 29483 w 3496948"/>
              <a:gd name="csY0" fmla="*/ 152090 h 2902078"/>
              <a:gd name="csX1" fmla="*/ 318319 w 3496948"/>
              <a:gd name="csY1" fmla="*/ 0 h 2902078"/>
              <a:gd name="csX2" fmla="*/ 3496948 w 3496948"/>
              <a:gd name="csY2" fmla="*/ 12130 h 2902078"/>
              <a:gd name="csX3" fmla="*/ 3422303 w 3496948"/>
              <a:gd name="csY3" fmla="*/ 2808772 h 2902078"/>
              <a:gd name="csX4" fmla="*/ 10821 w 3496948"/>
              <a:gd name="csY4" fmla="*/ 2902078 h 2902078"/>
              <a:gd name="csX5" fmla="*/ 1079 w 3496948"/>
              <a:gd name="csY5" fmla="*/ 130629 h 2902078"/>
              <a:gd name="csX6" fmla="*/ 29483 w 3496948"/>
              <a:gd name="csY6" fmla="*/ 152090 h 2902078"/>
              <a:gd name="csX0" fmla="*/ 29483 w 3450295"/>
              <a:gd name="csY0" fmla="*/ 152090 h 2902078"/>
              <a:gd name="csX1" fmla="*/ 318319 w 3450295"/>
              <a:gd name="csY1" fmla="*/ 0 h 2902078"/>
              <a:gd name="csX2" fmla="*/ 3450295 w 3450295"/>
              <a:gd name="csY2" fmla="*/ 124098 h 2902078"/>
              <a:gd name="csX3" fmla="*/ 3422303 w 3450295"/>
              <a:gd name="csY3" fmla="*/ 2808772 h 2902078"/>
              <a:gd name="csX4" fmla="*/ 10821 w 3450295"/>
              <a:gd name="csY4" fmla="*/ 2902078 h 2902078"/>
              <a:gd name="csX5" fmla="*/ 1079 w 3450295"/>
              <a:gd name="csY5" fmla="*/ 130629 h 2902078"/>
              <a:gd name="csX6" fmla="*/ 29483 w 3450295"/>
              <a:gd name="csY6" fmla="*/ 152090 h 2902078"/>
              <a:gd name="csX0" fmla="*/ 29483 w 3483101"/>
              <a:gd name="csY0" fmla="*/ 152090 h 2902078"/>
              <a:gd name="csX1" fmla="*/ 318319 w 3483101"/>
              <a:gd name="csY1" fmla="*/ 0 h 2902078"/>
              <a:gd name="csX2" fmla="*/ 3450295 w 3483101"/>
              <a:gd name="csY2" fmla="*/ 124098 h 2902078"/>
              <a:gd name="csX3" fmla="*/ 3422303 w 3483101"/>
              <a:gd name="csY3" fmla="*/ 2808772 h 2902078"/>
              <a:gd name="csX4" fmla="*/ 10821 w 3483101"/>
              <a:gd name="csY4" fmla="*/ 2902078 h 2902078"/>
              <a:gd name="csX5" fmla="*/ 1079 w 3483101"/>
              <a:gd name="csY5" fmla="*/ 130629 h 2902078"/>
              <a:gd name="csX6" fmla="*/ 29483 w 3483101"/>
              <a:gd name="csY6" fmla="*/ 152090 h 2902078"/>
              <a:gd name="csX0" fmla="*/ 29483 w 3483101"/>
              <a:gd name="csY0" fmla="*/ 152090 h 2902078"/>
              <a:gd name="csX1" fmla="*/ 318319 w 3483101"/>
              <a:gd name="csY1" fmla="*/ 0 h 2902078"/>
              <a:gd name="csX2" fmla="*/ 3450295 w 3483101"/>
              <a:gd name="csY2" fmla="*/ 124098 h 2902078"/>
              <a:gd name="csX3" fmla="*/ 3422303 w 3483101"/>
              <a:gd name="csY3" fmla="*/ 2808772 h 2902078"/>
              <a:gd name="csX4" fmla="*/ 10821 w 3483101"/>
              <a:gd name="csY4" fmla="*/ 2902078 h 2902078"/>
              <a:gd name="csX5" fmla="*/ 1079 w 3483101"/>
              <a:gd name="csY5" fmla="*/ 130629 h 2902078"/>
              <a:gd name="csX6" fmla="*/ 29483 w 3483101"/>
              <a:gd name="csY6" fmla="*/ 152090 h 2902078"/>
              <a:gd name="csX0" fmla="*/ 29483 w 3483101"/>
              <a:gd name="csY0" fmla="*/ 152090 h 2902078"/>
              <a:gd name="csX1" fmla="*/ 318319 w 3483101"/>
              <a:gd name="csY1" fmla="*/ 0 h 2902078"/>
              <a:gd name="csX2" fmla="*/ 3450295 w 3483101"/>
              <a:gd name="csY2" fmla="*/ 124098 h 2902078"/>
              <a:gd name="csX3" fmla="*/ 3422303 w 3483101"/>
              <a:gd name="csY3" fmla="*/ 2808772 h 2902078"/>
              <a:gd name="csX4" fmla="*/ 10821 w 3483101"/>
              <a:gd name="csY4" fmla="*/ 2902078 h 2902078"/>
              <a:gd name="csX5" fmla="*/ 1079 w 3483101"/>
              <a:gd name="csY5" fmla="*/ 130629 h 2902078"/>
              <a:gd name="csX6" fmla="*/ 29483 w 3483101"/>
              <a:gd name="csY6" fmla="*/ 152090 h 2902078"/>
              <a:gd name="csX0" fmla="*/ 29483 w 3483101"/>
              <a:gd name="csY0" fmla="*/ 152090 h 2902078"/>
              <a:gd name="csX1" fmla="*/ 318319 w 3483101"/>
              <a:gd name="csY1" fmla="*/ 0 h 2902078"/>
              <a:gd name="csX2" fmla="*/ 3450295 w 3483101"/>
              <a:gd name="csY2" fmla="*/ 124098 h 2902078"/>
              <a:gd name="csX3" fmla="*/ 3422303 w 3483101"/>
              <a:gd name="csY3" fmla="*/ 2808772 h 2902078"/>
              <a:gd name="csX4" fmla="*/ 10821 w 3483101"/>
              <a:gd name="csY4" fmla="*/ 2902078 h 2902078"/>
              <a:gd name="csX5" fmla="*/ 1079 w 3483101"/>
              <a:gd name="csY5" fmla="*/ 130629 h 2902078"/>
              <a:gd name="csX6" fmla="*/ 29483 w 3483101"/>
              <a:gd name="csY6" fmla="*/ 152090 h 2902078"/>
              <a:gd name="csX0" fmla="*/ 29483 w 3483101"/>
              <a:gd name="csY0" fmla="*/ 226771 h 2976759"/>
              <a:gd name="csX1" fmla="*/ 318319 w 3483101"/>
              <a:gd name="csY1" fmla="*/ 74681 h 2976759"/>
              <a:gd name="csX2" fmla="*/ 3450295 w 3483101"/>
              <a:gd name="csY2" fmla="*/ 198779 h 2976759"/>
              <a:gd name="csX3" fmla="*/ 3422303 w 3483101"/>
              <a:gd name="csY3" fmla="*/ 2883453 h 2976759"/>
              <a:gd name="csX4" fmla="*/ 10821 w 3483101"/>
              <a:gd name="csY4" fmla="*/ 2976759 h 2976759"/>
              <a:gd name="csX5" fmla="*/ 1079 w 3483101"/>
              <a:gd name="csY5" fmla="*/ 205310 h 2976759"/>
              <a:gd name="csX6" fmla="*/ 29483 w 3483101"/>
              <a:gd name="csY6" fmla="*/ 226771 h 2976759"/>
              <a:gd name="csX0" fmla="*/ 29483 w 3687685"/>
              <a:gd name="csY0" fmla="*/ 226771 h 2976759"/>
              <a:gd name="csX1" fmla="*/ 318319 w 3687685"/>
              <a:gd name="csY1" fmla="*/ 74681 h 2976759"/>
              <a:gd name="csX2" fmla="*/ 3450295 w 3687685"/>
              <a:gd name="csY2" fmla="*/ 198779 h 2976759"/>
              <a:gd name="csX3" fmla="*/ 3472066 w 3687685"/>
              <a:gd name="csY3" fmla="*/ 2640601 h 2976759"/>
              <a:gd name="csX4" fmla="*/ 3422303 w 3687685"/>
              <a:gd name="csY4" fmla="*/ 2883453 h 2976759"/>
              <a:gd name="csX5" fmla="*/ 10821 w 3687685"/>
              <a:gd name="csY5" fmla="*/ 2976759 h 2976759"/>
              <a:gd name="csX6" fmla="*/ 1079 w 3687685"/>
              <a:gd name="csY6" fmla="*/ 205310 h 2976759"/>
              <a:gd name="csX7" fmla="*/ 29483 w 3687685"/>
              <a:gd name="csY7" fmla="*/ 226771 h 29767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687685" h="2976759">
                <a:moveTo>
                  <a:pt x="29483" y="226771"/>
                </a:moveTo>
                <a:cubicBezTo>
                  <a:pt x="110211" y="219617"/>
                  <a:pt x="237591" y="81835"/>
                  <a:pt x="318319" y="74681"/>
                </a:cubicBezTo>
                <a:cubicBezTo>
                  <a:pt x="1362311" y="116047"/>
                  <a:pt x="3246058" y="-187820"/>
                  <a:pt x="3450295" y="198779"/>
                </a:cubicBezTo>
                <a:cubicBezTo>
                  <a:pt x="3968144" y="596885"/>
                  <a:pt x="3476731" y="2193155"/>
                  <a:pt x="3472066" y="2640601"/>
                </a:cubicBezTo>
                <a:cubicBezTo>
                  <a:pt x="3467401" y="3088047"/>
                  <a:pt x="3991402" y="2797880"/>
                  <a:pt x="3422303" y="2883453"/>
                </a:cubicBezTo>
                <a:lnTo>
                  <a:pt x="10821" y="2976759"/>
                </a:lnTo>
                <a:cubicBezTo>
                  <a:pt x="16904" y="2043612"/>
                  <a:pt x="-5004" y="1138457"/>
                  <a:pt x="1079" y="205310"/>
                </a:cubicBezTo>
                <a:lnTo>
                  <a:pt x="29483" y="226771"/>
                </a:lnTo>
                <a:close/>
              </a:path>
            </a:pathLst>
          </a:custGeom>
          <a:solidFill>
            <a:srgbClr val="00206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0494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سرفصل مطالب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در این جلسه چه می‌آموزیم؟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جایگاه Frida در تحلیل پویا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چیست و چگونه کار می‌کند؟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928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5820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معماری Frida: server، core و agent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7435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11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نصب frida-tools و frida-server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8912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394" y="37435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23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اتصال به دستگاه و لیست پردازه‌ها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22960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9874" y="37435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2928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5820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مبانی Hooking با Java.perform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4864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914" y="5389474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61188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77724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 زدن Root Detection در DIVA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438912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61772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394" y="5389474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45236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461772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رمز عبور و کلید رمزنگاری زمان اجرا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822960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45820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9874" y="5389474"/>
            <a:ext cx="285293" cy="28529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129284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45820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اتوماسیون کامل با frida-python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۱ از 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4343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مقدمه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چرا Instrumentation در زمان اجرا؟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ایستا (Androguard/MobSF) کد را می‌بیند اما رفتار واقعی برنامه را در زمان اجرا نشان نمی‌دهد.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42032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684678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146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مشاهده مقادیر واقعی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دیدن ورودی/خروجی واقعی توابع، حتی وقتی کد رمزنگاری یا obfuscate شده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542032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2684678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5146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 زدن موانع دفاعی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92240" y="31546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غیرفعال کردن موقت Root Detection، SSL Pinning یا چک‌های ضدتزریق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3434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599432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742078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5720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تغییر رفتار در لحظه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2960" y="52120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بازنویسی مقدار بازگشتی یک متد بدون نیاز به بازکامپایل اپلیکیشن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17920" y="43434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599432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886" y="4742078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5720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اتوماسیون با پایتون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492240" y="52120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کنترل کامل فرآیند هوک و جمع‌آوری داده از طریق frida-python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۱ از 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Frida چیست؟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8240" y="1828800"/>
            <a:ext cx="1920240" cy="19202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098" y="2289658"/>
            <a:ext cx="998525" cy="998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1600"/>
              </a:spcAft>
              <a:buSzPct val="100000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 متن‌باز Dynamic Instrumentation برای تزریق کد JavaScript به فرآیندهای در حال اجرا</a:t>
            </a:r>
            <a:endParaRPr lang="en-US" sz="1550" dirty="0"/>
          </a:p>
          <a:p>
            <a:pPr algn="r" rtl="1">
              <a:spcAft>
                <a:spcPts val="1600"/>
              </a:spcAft>
              <a:buSzPct val="100000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پشتیبانی از اندروید، iOS، ویندوز، لینوکس و macOS</a:t>
            </a:r>
            <a:endParaRPr lang="en-US" sz="1550" dirty="0"/>
          </a:p>
          <a:p>
            <a:pPr algn="r" rtl="1">
              <a:spcAft>
                <a:spcPts val="1600"/>
              </a:spcAft>
              <a:buSzPct val="100000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امکان Hook کردن هر متد Java/Native بدون نیاز به دسترسی به کد منبع</a:t>
            </a:r>
            <a:endParaRPr lang="en-US" sz="1550" dirty="0"/>
          </a:p>
          <a:p>
            <a:pPr algn="r" rtl="1">
              <a:spcAft>
                <a:spcPts val="1600"/>
              </a:spcAft>
              <a:buSzPct val="100000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دارای bindings برای پایتون، Node.js و رابط خط فرمان (CLI)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1224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257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frida-tools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معماری Frida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3134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frida-server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فرآیندی که روی دستگاه </a:t>
            </a:r>
            <a:r>
              <a:rPr lang="en-US" sz="11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اندروید</a:t>
            </a: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معمولاً</a:t>
            </a: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روت‌شده</a:t>
            </a: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a-IR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</a:t>
            </a:r>
            <a:r>
              <a:rPr lang="en-US" sz="11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جرا</a:t>
            </a: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می‌شود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54680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74136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4256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3134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frida-core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57016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لایه ارتباطی بین کلاینت و frida-server از طریق USB/TCP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80176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199632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9752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3134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(JS)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82512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کد جاوااسکریپت تزریق‌شده به داخل فرآیند هدف برای Hook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05672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025128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85248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23134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16568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Bindings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08008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کنترل کل فرآیند از طریق </a:t>
            </a:r>
            <a:r>
              <a:rPr lang="en-US" sz="11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پایتون</a:t>
            </a: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</a:t>
            </a: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-python یا CLI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4937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شروع به کار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نصب و راه‌اندازی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800"/>
              </a:spcAft>
              <a:buSzPct val="100000"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نصب ابزارهای کلاینت روی سیستم توسعه از طریق pip</a:t>
            </a:r>
            <a:endParaRPr lang="en-US" sz="1400" dirty="0"/>
          </a:p>
          <a:p>
            <a:pPr algn="r" rtl="1">
              <a:spcAft>
                <a:spcPts val="800"/>
              </a:spcAft>
              <a:buSzPct val="100000"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دانلود frida-server متناسب با معماری دستگاه (arm64/x86)</a:t>
            </a:r>
            <a:endParaRPr lang="en-US" sz="1400" dirty="0"/>
          </a:p>
          <a:p>
            <a:pPr algn="r" rtl="1">
              <a:spcAft>
                <a:spcPts val="800"/>
              </a:spcAft>
              <a:buSzPct val="100000"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انتقال و اجرای frida-server روی دستگاه/شبیه‌ساز روت‌شده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06324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4612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31821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1821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31821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063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520440"/>
            <a:ext cx="10424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frida-tools frida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adb push frida-server-16.x-android-arm64 /data/local/tmp/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adb shell "chmod 755 /data/local/tmp/frida-server-16.x-android-arm64"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adb shell "su -c /data/local/tmp/frida-server-16.x-android-arm64 &amp;"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frida-ps -U   # بررسی اتصال و مشاهده پردازه‌ها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شروع به کار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اتصال به دستگاه و شناسایی پردازه هدف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83680" cy="2286000"/>
          </a:xfrm>
          <a:prstGeom prst="roundRect">
            <a:avLst>
              <a:gd name="adj" fmla="val 320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658368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658368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5943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frida-ps -U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PID  Name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----  ----------------------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8421  jakhar.aseem.diva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7310  com.android.systemui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182880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20574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634" y="2189074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36676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اتصال به شبیه‌ساز/دستگاه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680960" y="2743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frida -U -f jakhar.aseem.diva -l script.js --no-pause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43434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1000"/>
              </a:spcAft>
              <a:buSzPct val="100000"/>
            </a:pPr>
            <a:r>
              <a:rPr lang="en-US" sz="135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اتصال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از طریق USB به دستگاه</a:t>
            </a:r>
            <a:endParaRPr lang="en-US" sz="1350" dirty="0">
              <a:cs typeface="B Nazanin" panose="00000400000000000000" pitchFamily="2" charset="-78"/>
            </a:endParaRPr>
          </a:p>
          <a:p>
            <a:pPr algn="r" rtl="1">
              <a:spcAft>
                <a:spcPts val="1000"/>
              </a:spcAft>
              <a:buSzPct val="100000"/>
            </a:pPr>
            <a:r>
              <a:rPr lang="en-US" sz="135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-f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اجرای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برنامه از ابتدا (spawn) به‌جای attach به فرآیند در حال اجرا</a:t>
            </a:r>
            <a:endParaRPr lang="en-US" sz="1350" dirty="0">
              <a:cs typeface="B Nazanin" panose="00000400000000000000" pitchFamily="2" charset="-78"/>
            </a:endParaRPr>
          </a:p>
          <a:p>
            <a:pPr algn="r" rtl="1">
              <a:spcAft>
                <a:spcPts val="1000"/>
              </a:spcAft>
              <a:buSzPct val="100000"/>
            </a:pPr>
            <a:r>
              <a:rPr lang="en-US" sz="1350" b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-l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بارگذاری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اسکریپت جاوااسکریپت هوک</a:t>
            </a:r>
            <a:endParaRPr lang="en-US" sz="1350" dirty="0">
              <a:cs typeface="B Nazanin" panose="00000400000000000000" pitchFamily="2" charset="-7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مبانی HOOKING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Java.perform و ساختار پایه یک Hook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hook_template.js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10424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Java.perform(function ()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TargetClass = Java.use("com.example.TargetClass");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TargetClass.targetMethod.implementation = function (arg1)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console.log("[*] فراخوانی شد با آرگومان: " + arg1);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result = this.targetMethod(arg1);  // فراخوانی متد اصلی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console.log("[*] مقدار بازگشتی: " + result);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۴ از 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223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هوک یک متد ساده در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اولین تمرین: مشاهده فراخوانی متد onCreate در اولین Activity </a:t>
            </a:r>
            <a:r>
              <a:rPr lang="en-US" sz="14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اپلیکیشن</a:t>
            </a: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31720"/>
            <a:ext cx="676656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2677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677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2677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48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hook_maindiva.js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6126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Java.perform(function ()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Main = Java.use(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"jakhar.aseem.diva.MainActivity");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Main.onCreate.overload(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"android.os.Bundle").implementation =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function (savedState)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"[+] </a:t>
            </a:r>
            <a:r>
              <a:rPr lang="en-US" sz="1300" dirty="0" err="1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MainActivity.onCreate</a:t>
            </a: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this.onCreate(savedState);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2148840"/>
            <a:ext cx="4023360" cy="3840480"/>
          </a:xfrm>
          <a:prstGeom prst="roundRect">
            <a:avLst>
              <a:gd name="adj" fmla="val 2143"/>
            </a:avLst>
          </a:prstGeom>
          <a:solidFill>
            <a:srgbClr val="11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اجرا: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63840" y="2743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frida -U -f jakhar.aseem.diva \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-l hook_maindiva.js \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--no-pause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3886200"/>
            <a:ext cx="347472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40690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خروجی مورد انتظار در کنسول: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MainActivity.onCreate فراخوانی شد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دور زدن Root Detection</a:t>
            </a:r>
            <a:r>
              <a:rPr lang="fa-I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در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 وجود دسترسی روت را با متدی مانند isRooted بررسی می‌کند؛ می‌توان مقدار بازگشتی را با Frida بازنویسی کرد.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2162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404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404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404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286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bypass_root.js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104241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Java.perform(function ()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RootCheck = Java.use("jakhar.aseem.diva.RootDetection");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RootCheck.isRooted.implementation = function ()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console.log("[!] isRooted() فراخوانی شد — بازگشت اجباری false");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   // </a:t>
            </a:r>
            <a:r>
              <a:rPr lang="ar-IQ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برمی‌گرد</a:t>
            </a:r>
            <a:r>
              <a:rPr lang="fa-IR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د</a:t>
            </a: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</a:t>
            </a:r>
            <a:r>
              <a:rPr lang="en-US" sz="1300" dirty="0" err="1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به‌جای</a:t>
            </a: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مقدار واقعی، </a:t>
            </a:r>
            <a:r>
              <a:rPr lang="en-US" sz="1300" dirty="0" err="1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همیشه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3886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استخراج رمز عبور هاردکد شده در زمان اجرا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00400"/>
          </a:xfrm>
          <a:prstGeom prst="roundRect">
            <a:avLst>
              <a:gd name="adj" fmla="val 2286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hook_checkpassword.js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10424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Java.perform(function ()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Login = Java.use("jakhar.aseem.diva.APICreds");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Login.checkPin.implementation = function (pin)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console.log("[+] PIN ورودی: " + pin);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result = this.checkPin(pin);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console.log("[+] نتیجه بررسی: " + result);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5469941"/>
            <a:ext cx="261518" cy="26151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5166360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این روش نیاز به دانستن مقدار رمز از قبل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ندارد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مقدار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واقعی در لحظه ورود کاربر یا بررسی داخلی، مستقیماً از حافظه فرآیند رصد می‌شود.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3886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هوک کلاس رمزنگاری برای دیدن ورودی و خروجی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hook_cipher.js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10424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Java.perform(function ()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Cipher = Java.use("javax.crypto.Cipher");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Cipher.doFinal.overload("[B").implementation = function (input) {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result = this.doFinal(input);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console.log("[+] ورودی (bytes):  " + input);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console.log("[+] خروجی (bytes):  " + result);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console.log("[+] الگوریتم: " + this.getAlgorithm());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4975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اتوماسیون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اتوماسیون با f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rida-python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به‌جای اجرای دستی از CLI، با frida-python کل فرآیند attach، بارگذاری اسکریپت و دریافت پیام از داخل کد پایتون کنترل می‌شود.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1460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4505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4505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4505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3317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frida_client.py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104241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frida, sys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on_message(message, data):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message["type"] == "send":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print(f"[MSG] {message['payload']}")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= frida.get_usb_device()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= device.spawn(["jakhar.aseem.diva"])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= device.attach(pid)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open("hook_checkpassword.js") as f: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script = session.create_script(f.read())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script.on("message", on_message)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script.load()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device.resume(pid)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sys.stdin.read()  # فرآیند را زنده نگه می‌دارد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اتوماسیون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جمع‌آوری خودکار خروجی هوک‌ها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پیام‌های دریافتی از اسکریپت جاوااسکریپت را می‌توان به‌صورت ساخت‌یافته ذخیره و برای گزارش نهایی پردازش کرد.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4028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2316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359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59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359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2402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collect_findings.py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104241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frida, json, datetime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 = []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on_message(message, data):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message["type"] == "send":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findings.append({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"time": str(datetime.datetime.now()),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"payload": message["payload"],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attach و load مانند اسلاید قبل ...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پس از اتمام آزمایش 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open("frida_report.json", "w") as out: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json.dump(findings, out, ensure_ascii=False, indent=2)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37216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کاربرد ترکیبی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ترکیب Frida با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MobSF Dynamic Analyzer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31620" y="260604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9" y="27596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290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آپلود DIVA به MobSF و شروع Dynamic Analyzer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54680" y="30632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74136" y="20116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11296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57116" y="260604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735" y="275965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016" y="34290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MobSF به‌صورت داخلی از Frida برای رصد رفتار استفاده می‌کند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80176" y="30632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99632" y="20116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36792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182612" y="260604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231" y="275965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82512" y="34290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افزودن اسکریپت‌های Frida سفارشی به MobSF برای هوک‌های خاص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805672" y="30632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9025128" y="20116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62288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10008108" y="260604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1727" y="275965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08008" y="34290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ادغام یافته‌های Frida با گزارش نهایی Static + Dynamic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نتیجه: تصویری </a:t>
            </a:r>
            <a:r>
              <a:rPr lang="en-US" sz="130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کامل‌تر</a:t>
            </a: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یافته‌های</a:t>
            </a: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ایستا</a:t>
            </a: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کد</a:t>
            </a: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رفتار واقعی زمان اجرا (Frida) در یک گزارش واحد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۷ از ۹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نتیجه‌گیری آزمایش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یافته‌های Frida روی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566160"/>
          </a:xfrm>
          <a:prstGeom prst="roundRect">
            <a:avLst>
              <a:gd name="adj" fmla="val 2308"/>
            </a:avLst>
          </a:prstGeom>
          <a:solidFill>
            <a:srgbClr val="1122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آسیب‌پذیری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463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نتیجه آزمایش با Frida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450592"/>
            <a:ext cx="104241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0604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Detection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9748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57800" y="2606040"/>
            <a:ext cx="5989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3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 بازنویسی isRooted() به‌طور کامل دور زده شد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868680" y="317296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Hardcoded PIN/Password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2644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3172968"/>
            <a:ext cx="5989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3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مقدار واقعی از طریق هوک checkPin در زمان ورود مشاهده شد</a:t>
            </a:r>
            <a:endParaRPr lang="en-US" sz="1130" dirty="0"/>
          </a:p>
        </p:txBody>
      </p:sp>
      <p:sp>
        <p:nvSpPr>
          <p:cNvPr id="14" name="Text 10"/>
          <p:cNvSpPr/>
          <p:nvPr/>
        </p:nvSpPr>
        <p:spPr>
          <a:xfrm>
            <a:off x="868680" y="373989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Cryptography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8313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3739896"/>
            <a:ext cx="5989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3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الگوریتم و ورودی/خروجی Cipher.doFinal رصد شد</a:t>
            </a:r>
            <a:endParaRPr lang="en-US" sz="1130" dirty="0"/>
          </a:p>
        </p:txBody>
      </p:sp>
      <p:sp>
        <p:nvSpPr>
          <p:cNvPr id="17" name="Text 12"/>
          <p:cNvSpPr/>
          <p:nvPr/>
        </p:nvSpPr>
        <p:spPr>
          <a:xfrm>
            <a:off x="868680" y="430682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Logging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39826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4306824"/>
            <a:ext cx="5989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3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امکان ردیابی مقادیر حساس از طریق Log Hook</a:t>
            </a:r>
            <a:endParaRPr lang="en-US" sz="1130" dirty="0"/>
          </a:p>
        </p:txBody>
      </p:sp>
      <p:sp>
        <p:nvSpPr>
          <p:cNvPr id="20" name="Text 14"/>
          <p:cNvSpPr/>
          <p:nvPr/>
        </p:nvSpPr>
        <p:spPr>
          <a:xfrm>
            <a:off x="868680" y="487375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Validation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96519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57800" y="4873752"/>
            <a:ext cx="5989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3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نیازمند Fuzzing پویا؛ با Hook ساده به‌تنهایی قابل تایید کامل نیست</a:t>
            </a:r>
            <a:endParaRPr lang="en-US" sz="1130" dirty="0"/>
          </a:p>
        </p:txBody>
      </p:sp>
      <p:sp>
        <p:nvSpPr>
          <p:cNvPr id="23" name="Text 1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۸ از ۹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6470" y="42323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نکات مهم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محدودیت‌ها و ملاحظات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قابلیت شناسایی Frida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برخی اپلیکیشن‌ها با تکنیک‌های Anti-Frida قادر به شناسایی و بستن ارتباط هستند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848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نیاز به دستگاه روت‌شده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اجرای frida-server معمولاً نیازمند دسترسی روت یا شبیه‌ساز سازگار است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کدهای obfuscate و native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شناسایی نام دقیق کلاس/متد در کدهای پیچیده‌شده دشوارتر می‌شود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ملاحظات قانونی و اخلاقی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فقط روی اپلیکیشن‌های مجاز و در محیط آزمایشی انجام شود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۸ از ۹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1224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02336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جمع‌بندی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جمع‌بندی و منابع تکمیلی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1200"/>
              </a:spcAft>
              <a:buSzPct val="100000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امکان مشاهده و تغییر رفتار واقعی اپلیکیشن در زمان اجرا را می‌دهد</a:t>
            </a:r>
            <a:endParaRPr lang="en-US" sz="1450" dirty="0"/>
          </a:p>
          <a:p>
            <a:pPr algn="r" rtl="1">
              <a:spcAft>
                <a:spcPts val="1200"/>
              </a:spcAft>
              <a:buSzPct val="100000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Java.perform و Interceptor.attach دو ابزار اصلی برای Hook کردن هستند</a:t>
            </a:r>
            <a:endParaRPr lang="en-US" sz="1450" dirty="0"/>
          </a:p>
          <a:p>
            <a:pPr algn="r" rtl="1">
              <a:spcAft>
                <a:spcPts val="1200"/>
              </a:spcAft>
              <a:buSzPct val="100000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frida-python امکان اتوماسیون کامل فرآیند هوک و جمع‌آوری داده را می‌دهد</a:t>
            </a:r>
            <a:endParaRPr lang="en-US" sz="1450" dirty="0"/>
          </a:p>
          <a:p>
            <a:pPr algn="r" rtl="1">
              <a:spcAft>
                <a:spcPts val="1200"/>
              </a:spcAft>
              <a:buSzPct val="100000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بهترین نتیجه از ترکیب تحلیل ایستا (Androguard/MobSF) و پویا (Frida) به‌دست می‌آید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7772400" cy="1737360"/>
          </a:xfrm>
          <a:prstGeom prst="roundRect">
            <a:avLst>
              <a:gd name="adj" fmla="val 4737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17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منابع پیشنهادی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r>
              <a:rPr lang="en-US" sz="1250" dirty="0" err="1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مستندات</a:t>
            </a: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رسمی </a:t>
            </a: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frida.re/docs</a:t>
            </a:r>
            <a:endParaRPr lang="en-US" sz="1250" dirty="0"/>
          </a:p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مخزن GitHub: frida/frida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52560" y="2834640"/>
            <a:ext cx="1828800" cy="1828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3273552"/>
            <a:ext cx="950976" cy="950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۹ از 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1760</Words>
  <Application>Microsoft Office PowerPoint</Application>
  <PresentationFormat>Widescreen</PresentationFormat>
  <Paragraphs>304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 Nazanin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آموزش Frida برای ارزیابی امنیتی اندروید - DIVA</dc:title>
  <dc:subject>PptxGenJS Presentation</dc:subject>
  <dc:creator>Mobile Security Training</dc:creator>
  <cp:lastModifiedBy>parniyan nakhei</cp:lastModifiedBy>
  <cp:revision>3</cp:revision>
  <dcterms:created xsi:type="dcterms:W3CDTF">2026-07-07T20:23:02Z</dcterms:created>
  <dcterms:modified xsi:type="dcterms:W3CDTF">2026-07-10T11:19:08Z</dcterms:modified>
</cp:coreProperties>
</file>